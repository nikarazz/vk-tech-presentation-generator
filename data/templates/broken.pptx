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Тёмная тема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Фича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Нагрузка на глаза</a:t>
            </a:r>
          </a:p>
          <a:p>
            <a:r>
              <a:t>Яркий экран ночью</a:t>
            </a:r>
          </a:p>
          <a:p>
            <a:r>
              <a:t>Жалобы пользователей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Тёмная тема</a:t>
            </a:r>
          </a:p>
          <a:p>
            <a:r>
              <a:t>Автопереключение</a:t>
            </a:r>
          </a:p>
          <a:p>
            <a:r>
              <a:t>Настройка в профиле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