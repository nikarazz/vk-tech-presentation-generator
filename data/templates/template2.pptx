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Сравнение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Плюсы:</a:t>
            </a:r>
          </a:p>
          <a:p>
            <a:r>
              <a:t>Быстро</a:t>
            </a:r>
          </a:p>
          <a:p>
            <a:r>
              <a:t>Удобно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Минусы:</a:t>
            </a:r>
          </a:p>
          <a:p>
            <a:r>
              <a:t>Дорого</a:t>
            </a:r>
          </a:p>
          <a:p>
            <a:r>
              <a:t>Сложно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дальше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