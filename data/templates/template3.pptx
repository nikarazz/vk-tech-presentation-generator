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Минимальный шаблон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Только титул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